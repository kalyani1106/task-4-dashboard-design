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5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090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918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457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683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901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720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036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174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122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890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377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06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9896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0349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376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8278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4577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059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892A1F-1977-EB0A-1397-B99311CE51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216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A25A7-7AEC-E477-679D-5A60BE63C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58713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Dashboard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D963B-AAD9-DE97-FFD5-8306AD496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Total Sales reached </a:t>
            </a:r>
            <a:r>
              <a:rPr lang="en-IN" b="1" dirty="0"/>
              <a:t>$2.30M</a:t>
            </a:r>
            <a:r>
              <a:rPr lang="en-IN" dirty="0"/>
              <a:t>. Total Profit generated was </a:t>
            </a:r>
            <a:r>
              <a:rPr lang="en-IN" b="1" dirty="0"/>
              <a:t>$286.40K</a:t>
            </a:r>
            <a:r>
              <a:rPr lang="en-IN" dirty="0"/>
              <a:t>. </a:t>
            </a:r>
          </a:p>
          <a:p>
            <a:r>
              <a:rPr lang="en-IN" dirty="0"/>
              <a:t>Overall Profit Margin is </a:t>
            </a:r>
            <a:r>
              <a:rPr lang="en-IN" b="1" dirty="0"/>
              <a:t>12.47%</a:t>
            </a:r>
            <a:r>
              <a:rPr lang="en-IN" dirty="0"/>
              <a:t>. </a:t>
            </a:r>
          </a:p>
          <a:p>
            <a:r>
              <a:rPr lang="en-IN" b="1" dirty="0"/>
              <a:t>Technology</a:t>
            </a:r>
            <a:r>
              <a:rPr lang="en-IN" dirty="0"/>
              <a:t> category generated the highest sales (</a:t>
            </a:r>
            <a:r>
              <a:rPr lang="en-IN" b="1" dirty="0"/>
              <a:t>$0.84M</a:t>
            </a:r>
            <a:r>
              <a:rPr lang="en-IN" dirty="0"/>
              <a:t>). </a:t>
            </a:r>
          </a:p>
          <a:p>
            <a:r>
              <a:rPr lang="en-IN" b="1" dirty="0"/>
              <a:t>West</a:t>
            </a:r>
            <a:r>
              <a:rPr lang="en-IN" dirty="0"/>
              <a:t> region generated the highest profit (</a:t>
            </a:r>
            <a:r>
              <a:rPr lang="en-IN" b="1" dirty="0"/>
              <a:t>$108K</a:t>
            </a:r>
            <a:r>
              <a:rPr lang="en-IN" dirty="0"/>
              <a:t>). </a:t>
            </a:r>
          </a:p>
          <a:p>
            <a:r>
              <a:rPr lang="en-IN" b="1" dirty="0"/>
              <a:t>Consumer</a:t>
            </a:r>
            <a:r>
              <a:rPr lang="en-IN" dirty="0"/>
              <a:t> segment contributed </a:t>
            </a:r>
            <a:r>
              <a:rPr lang="en-IN" b="1" dirty="0"/>
              <a:t>50.56%</a:t>
            </a:r>
            <a:r>
              <a:rPr lang="en-IN" dirty="0"/>
              <a:t> of total sales. </a:t>
            </a:r>
          </a:p>
          <a:p>
            <a:r>
              <a:rPr lang="en-IN" dirty="0"/>
              <a:t>Sales peaked during </a:t>
            </a:r>
            <a:r>
              <a:rPr lang="en-IN" b="1" dirty="0"/>
              <a:t>November and December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5978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6A0F0-B65F-9F90-21F6-F674FD80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51300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4FC00-471D-EE3A-4CDF-145ACB501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17058"/>
            <a:ext cx="9601196" cy="3358809"/>
          </a:xfrm>
        </p:spPr>
        <p:txBody>
          <a:bodyPr>
            <a:normAutofit fontScale="92500"/>
          </a:bodyPr>
          <a:lstStyle/>
          <a:p>
            <a:r>
              <a:rPr lang="en-IN" dirty="0"/>
              <a:t>Focus marketing efforts on Technology products. </a:t>
            </a:r>
          </a:p>
          <a:p>
            <a:r>
              <a:rPr lang="en-IN" dirty="0"/>
              <a:t>Expand successful sales strategies in the West region. </a:t>
            </a:r>
          </a:p>
          <a:p>
            <a:r>
              <a:rPr lang="en-IN" dirty="0"/>
              <a:t>Increase engagement with Consumer segment customers. </a:t>
            </a:r>
          </a:p>
          <a:p>
            <a:r>
              <a:rPr lang="en-IN" dirty="0"/>
              <a:t>Monitor seasonal peaks to maximize year-end revenue.</a:t>
            </a:r>
          </a:p>
          <a:p>
            <a:endParaRPr lang="en-IN" dirty="0"/>
          </a:p>
          <a:p>
            <a:r>
              <a:rPr lang="en-IN" b="1" dirty="0"/>
              <a:t>Outcome:</a:t>
            </a:r>
            <a:r>
              <a:rPr lang="en-IN" dirty="0"/>
              <a:t> The dashboard enables stakeholders to monitor sales performance, identify profitable regions and segments, and make data-driven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6829693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</TotalTime>
  <Words>110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Garamond</vt:lpstr>
      <vt:lpstr>Organic</vt:lpstr>
      <vt:lpstr>PowerPoint Presentation</vt:lpstr>
      <vt:lpstr>Dashboard Insights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Rowthu Kalyani</dc:creator>
  <cp:lastModifiedBy>Rowthu Kalyani</cp:lastModifiedBy>
  <cp:revision>2</cp:revision>
  <dcterms:created xsi:type="dcterms:W3CDTF">2026-06-04T07:02:49Z</dcterms:created>
  <dcterms:modified xsi:type="dcterms:W3CDTF">2026-06-04T07:10:27Z</dcterms:modified>
</cp:coreProperties>
</file>